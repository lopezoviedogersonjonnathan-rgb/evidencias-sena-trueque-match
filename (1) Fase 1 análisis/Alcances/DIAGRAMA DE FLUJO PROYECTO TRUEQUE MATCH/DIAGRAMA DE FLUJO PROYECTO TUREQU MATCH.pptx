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24884-DDD1-000F-9721-2329F9827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3643F4-CB37-B679-2CF7-6D554B10F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1960D6-B8D4-60D5-7755-4C022399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7A1780-CD70-B9CA-4F20-E03CD64C3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455BA9-80A3-B720-1E2E-2A9F79D9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9499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6D95F-747B-198B-CD07-CE544A7E0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7DA7A1-6150-2D47-C4C9-1861E1CC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734949-BB29-5E83-2242-FB7D6F1A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A16896-00E8-22D6-6310-4115A85F8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F6C836-4EAC-4433-CBB8-D7068B46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445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C3CCB-20FE-E81A-08AE-AABD60DCB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61B3AB-5BD2-4C0D-BF25-08F3CFE0B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1CD781-F7A9-DAAA-8F8C-209C32A2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799A64-DFB5-A99F-0387-E1BE6F21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8D05D3-A9CE-68A9-A208-DDCB4A37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700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6EA52-F8E8-42E9-5770-6ED9B5C2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FA5681-D42C-EA2C-82F5-197C9659B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B67FB5-8DA7-8FE0-2F70-E875CC1BF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E020B0-5473-38AD-4257-B69ACF530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F07AB1-D4C3-BB64-5CDA-ED46AA5A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09121B-24F1-3DA5-729A-9D82CD64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2219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5B5AA-6D69-D3C6-CB4C-02C9C76E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4B3F29-A0C4-5C0C-334A-ECDDBBA68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C2EF2B-FCC0-6C58-B6CF-7D01EEC75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07B4D49-B4AE-9274-F4B2-C6097FEFD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633AB-0E60-A29B-341B-54746F9C0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611E57B-D702-9113-9C29-4B354481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3C9C80D-EA6D-3725-E074-FACF75DD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254CB9-4F64-AF48-A453-71B12A67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7667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6CB83-23D8-F203-5132-F6424E00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AB190C-CAFB-64A6-49D2-D0ED51A3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BDE2EC9-5627-CD10-2207-F339FA97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026155-A802-C36D-1FB0-D4914F343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3010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E8C1DA9-FC81-11FA-28F9-86F58DE9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BACCFF4-988B-2DE5-DD81-C98BF30E1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EEA0B3-A859-7A39-AAC7-4C872425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70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99C54-58A8-B32B-6271-A68EA613A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ACE66-EC34-BE76-2FFA-127ACF4DC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E7AB77-51DF-74A8-048D-B3CDDBA50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FD1396-87FD-E350-C29A-CD44BA01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3EBC0C-420B-2A1D-B36F-4A5885C1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C1CE35-4FF8-7F3E-98E2-C35444C4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686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12A1B-4673-B50E-46F3-19CB22619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AF03BE-A280-F0E9-7831-9F6C71404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E316B2-3C06-EC68-FCEE-E7E5C3CB1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C850C9-F4B1-D103-AAF1-E19545EA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60D148-6CDE-EC1D-6861-7116A300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80750C-2E31-2544-A6E4-05EF0DE9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3607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F58AB-AA80-6FAA-7A62-DDD1125F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7E2034-C0C8-4131-D018-6CCDCE664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097C32-4F46-6A72-3275-73A48535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29A2B5-0FD6-B7AF-ADED-D89761703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3427CF-1D18-C02C-3362-BBB38B82B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9901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BB8DA0-5097-24F4-D887-6B876D77E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54141F-CFA6-2549-69CE-BE62CC317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2CC52E-1924-4AFF-7BA9-615439770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9F93-93B2-481A-F903-FC5F0960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A9DD8F-0A2A-D1AD-8CF9-A32ECB75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1448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03E751-7A0D-9A80-407E-46324683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79DD78-7438-305B-7149-45B00FF4D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4CFEE5-BD70-198A-FE16-BCFCFDD33F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7D2EF-4A92-41CC-AD47-85D42E41E996}" type="datetimeFigureOut">
              <a:rPr lang="es-PE" smtClean="0"/>
              <a:t>22/11/2025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89DF33-F0EB-7BF2-B923-2828660C8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29ADF7-0D8E-79E0-DC15-DB1B1CC11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6FDC6-BD7B-4F90-A190-FC3905D8184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59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CC228AF-435A-9476-6A4A-D908B1559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2600"/>
            <a:ext cx="12192000" cy="589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602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7817E5B-BFF0-BA92-647D-D02F6A247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2600"/>
            <a:ext cx="12192000" cy="589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853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GERSON JONNATHAN LOPEZ OVIEDO</dc:creator>
  <cp:lastModifiedBy>GERSON JONNATHAN LOPEZ OVIEDO</cp:lastModifiedBy>
  <cp:revision>2</cp:revision>
  <dcterms:created xsi:type="dcterms:W3CDTF">2025-11-22T07:06:31Z</dcterms:created>
  <dcterms:modified xsi:type="dcterms:W3CDTF">2025-11-22T08:18:52Z</dcterms:modified>
</cp:coreProperties>
</file>